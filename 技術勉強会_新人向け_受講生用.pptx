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🐰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技術勉強会 ・ 新人向け 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オフラインで動く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研修教材ツールを作った話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 / 通信なし / .pptx・.docx まで自前生成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40690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3C7A57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 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何を作ったか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単一HTMLの教材ジェネレーターの全体像をつかむ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835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57835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8244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なぜオフライン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9664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持ち運び・通信なし・安心の理由を知る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203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5612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品質の守り方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7032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色とテストで“見やすさ・こわれにくさ”を担保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何を作った？ 🛠️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12種類の教材を、入力するとその場で生成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スライド(.pptx)も配布物(.docx)も書き出せる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受講生用／講師用を切り替えられる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ぜんぶ1つの .html だけ（インストール不要）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なぜ単一HTML・オフライン？ 🧳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持ち運べる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ファイル1つ。USBでもメールでも配れる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835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57835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244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通信なし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9664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ネットや権限に左右されず研修室で動く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203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5612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7032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データを外に送らない。鍵も使わない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仕組みはシンプル ⚙️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 → 組み立て → プレビュー → 書き出し、の一本道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人物はぜんぶ「うさぎ先生」に統一して親しみやすく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入力や配色は自動で保存され、次回も残る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受講生用と講師用 👩‍🎓🧑‍🏫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問題とヒントだけ。答えは自動で隠れる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🧑‍🏫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答えつき。配る前にトグルを切り替えるだけ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見やすい色の選び方 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「秘密のパレット」で色を直感的に選べる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本文と背景のコントラストを基準(4.5:1)で確認済み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色だけでなく明度差で見分けられるよう配慮している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こわれないかチェック 🔬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変な入力を大量に流しても落ちないことを確認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「設問+1ならスライド+1」のような関係で自動検証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同じ入力なら毎回まったく同じ結果になる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小さな困りごとを、持ち運べる小さな道具で片づける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まずは触ってみる → 自分の研修で1枚だけ作ってみる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困ったら、うさうさ先生まで気軽にどうぞ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🐰 うさうさ先生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技術勉強会 新人向け 受講生用</dc:title>
  <dc:subject>PptxGenJS Presentation</dc:subject>
  <dc:creator>うさうさ研修工房</dc:creator>
  <cp:lastModifiedBy>うさうさ研修工房</cp:lastModifiedBy>
  <cp:revision>1</cp:revision>
  <dcterms:created xsi:type="dcterms:W3CDTF">2026-06-23T01:09:19Z</dcterms:created>
  <dcterms:modified xsi:type="dcterms:W3CDTF">2026-06-23T01:09:19Z</dcterms:modified>
</cp:coreProperties>
</file>