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🐰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技術勉強会 ・ 中堅向け 🛠️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依存ゼロでOOXMLを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自前生成する単一HTML設計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ZIP/CRC32/OOXML 手書き ・ 査読論文ベースのテスト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40690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3C7A57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設計目標 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単一・オフライン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1つの.htmlだけ。外部http参照ゼロ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依存ゼロ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0" y="21305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.pptx/.docxをライブラリなしで生成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2552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264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鍵はメモリのみ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鍵をファイルに残さない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65192" y="32552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3264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嘘をつかない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6928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出典・結果を捏造しない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 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1つの.htmlに、本体スクリプト＋OOXMLエンジンの2ブロック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ビルドはプレースホルダ注入（画像base64・エンジンを差し込む）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state＋既定値(DEF/PAL_DEF)＋localStorageで永続化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自前OOXML / ZIP 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.pptx/.docx＝ZIPで固めたXMLの束（ECMA-376）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ZIP(stored)とCRC32を手書き、最小限の正しいOOXMLを生成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16:9＝12192000×6858000 EMU、rect()/band()で配置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.docxは同じZIPエンジンを再利用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受講生用/講師用の実装 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qaレンダラ汎用化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番号が数値→第N問、ラベル可変、ansが空なら解答ブロックを描かない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1つで4役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口頭試験・筆記・クイズ・WSを同じ描画で兼ねる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配色設計と WCAG 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HSL・色相環(類似±30/対照±150/補色180)・色彩トーン10種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WCAG 2.1で全17パレットを実測 → 本文はAA(4.5)達成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明度差で見分ける（色覚多様性に配慮：伊藤2012）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テスト戦略 🔬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性質/ファズ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敵対入力220回。落ちない・ZIP妥当・エスケープ漏れ0（Claessen&amp;Hughes 2000）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835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57835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244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メタモルフィック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9664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設問+1→qa+1、受講生用⊆講師用 等の関係で検証（Chen 2018）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203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♻️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5612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決定性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7032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同一入力→バイト一致。再現ビルド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落とし穴と学び 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XMLエスケープは一箇所に集約し、ファズで漏れを確認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非決定要因を入れない（再現ビルド＝バイト一致）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LibreOfficeは実機の代理。最後は本物のPowerPoint/Wordで目視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まとめ＋参考文献 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制約(単一/オフライン/依存ゼロ)が設計をシンプルにした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メタモルフィック＋WCAGは自作ツールの品質を客観化する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参考: Chen+2018 / Claessen&amp;Hughes 2000 / 伊藤2012 / WCAG 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🐰 うさうさ先生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技術勉強会 中堅向け 受講生用</dc:title>
  <dc:subject>PptxGenJS Presentation</dc:subject>
  <dc:creator>うさうさ研修工房</dc:creator>
  <cp:lastModifiedBy>うさうさ研修工房</cp:lastModifiedBy>
  <cp:revision>1</cp:revision>
  <dcterms:created xsi:type="dcterms:W3CDTF">2026-06-23T01:09:19Z</dcterms:created>
  <dcterms:modified xsi:type="dcterms:W3CDTF">2026-06-23T01:09:19Z</dcterms:modified>
</cp:coreProperties>
</file>